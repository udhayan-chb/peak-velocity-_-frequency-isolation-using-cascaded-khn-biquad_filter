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56" r:id="rId2"/>
    <p:sldId id="259" r:id="rId3"/>
    <p:sldId id="257" r:id="rId4"/>
    <p:sldId id="258" r:id="rId5"/>
    <p:sldId id="260" r:id="rId6"/>
    <p:sldId id="262" r:id="rId7"/>
    <p:sldId id="264" r:id="rId8"/>
    <p:sldId id="265" r:id="rId9"/>
    <p:sldId id="263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7" d="100"/>
          <a:sy n="117" d="100"/>
        </p:scale>
        <p:origin x="1114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BBD6F-F56B-ABCE-9EDF-B167BBBAA1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5FDAC2-3D28-CBA3-8BC0-920B3A9A48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1F1BB3-EA4C-9602-8AC4-2FE9A7D5E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94068-EEC8-59B2-98C5-1F0B6DD9E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75B78-0EDB-D9D5-29D1-D755DC74F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1150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4B96A-0BBD-7783-1662-417752065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A174A3-1AE9-E31E-9CC5-0029DC0B38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64B38E-76A3-9689-D725-99D505F61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7E2110-BF94-1D6B-225C-E9859151A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A98F82-0E78-22CD-6ADF-D5216D0CE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3360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A1B30-3429-9276-B2F6-3ACEC0B0C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5C68C0-75AA-71C6-5686-1FCC056ADD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51480B-F777-4C50-4766-3C94AE825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18826C-FA3C-5ACA-3E26-D3C8089F7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47F06-EB9F-9FD9-037C-4E4877A8B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764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5F637-66B6-C020-AFA3-A009E9624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D0353A-38FB-3E2F-C1F7-110AF6F227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D61FFA-0B82-06F3-B9C6-EC55522ED3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C9B79E-92F6-3D1C-36C3-FE3732746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5BE2E8-94BC-95A8-1826-E5377635E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2E9EC4-8055-CB2B-8570-ED8C42811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236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94141-A4B3-D3A3-0F38-5DB33FED6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37D8E9-84D3-AC39-133D-B55DEF387B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5E54FB-F3C6-4D5E-12A0-FC07CA6DBC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57A120-C428-E5D8-08EC-DAAF02A9BB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99C5AB-BF7A-2EC0-7F51-57EDEF32E7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33C415-9122-C8AF-2825-B9D09E4BE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2747F7-186C-BF6D-3410-5D4EAD561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C6149F-2A73-708B-778B-0942409F2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1951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B4771D-4614-FD5C-BBAF-A61CA8CFA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BD9B45-80A4-E3EC-1124-140839707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627CB3-8D2F-4F08-2A1C-9227E0E97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C64C93-C25A-A85C-8983-D18F06600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032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6CCD9A-472F-26F5-C133-2E29A4260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0F24CE-2195-93D0-CF03-3251A4329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96D6FD-9F9D-10D2-9B4D-CB6BBAD85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2093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97D38-46A1-D856-CCB1-BC9D753D2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2B6CE3-4CD1-6BB9-633B-AB36E5D828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0DB53C-51B2-8FF8-3C52-3516AF75F3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94EA55-01BF-FEC2-E8B1-9124B9A80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518C57-9150-A832-9DA2-FA08845E6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D31D5E-9525-1762-59FB-CE6796B31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831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7E310-0336-4119-16E1-AB8E4D276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AA520C-14CC-D372-4356-46E7426AC8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8C67E6-9206-81CE-6FB8-4A9697DFDC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7CF2BD-2E67-7C42-761C-4EEDCDAB9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B0DA6A-349C-D50F-0C64-39345C532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563BE5-AE3B-AA63-EED0-08FF2FF62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428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C191E-9D39-4097-0480-41C9F7AC5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3B1C01-109E-D619-E046-E614F7AB1E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2FDBB7-AC1C-3C44-F02D-F34CDB9BD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9A78B1-5E8F-C4AE-D2F5-164278F6B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D9E4C2-92DC-7823-D65D-297F1094F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7976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6E7A55-87B4-53CA-55DF-7BA24C3391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30A02C-E831-57D2-519D-0591FF61F8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5FC91E-D12A-CED8-7B1B-8580E8D8C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B3790D-A971-A1DC-D064-EA04CD03A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D97AEE-F780-6BB3-4C8F-9E47F7C61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7347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058F71-7CBA-5760-5815-1C3979F20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5F7638-BADF-1643-BBD1-6A93BB3D73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817C3F-94B3-0218-BD60-A42958A043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8AC003-1AC6-D487-D5DC-5F31434126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AE43E0-687F-186A-8792-98A342C996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308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EB30CBF-C95B-B081-B57F-F97A7B40E5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5264" y="2385825"/>
            <a:ext cx="3313471" cy="208634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9664"/>
            <a:ext cx="9144000" cy="1508106"/>
          </a:xfrm>
        </p:spPr>
        <p:txBody>
          <a:bodyPr>
            <a:normAutofit/>
          </a:bodyPr>
          <a:lstStyle/>
          <a:p>
            <a:pPr algn="ctr"/>
            <a:r>
              <a:rPr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Frequency Isolation Using Cascaded KHN</a:t>
            </a: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Biquad Filter </a:t>
            </a:r>
            <a:endParaRPr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" y="4318058"/>
            <a:ext cx="9143998" cy="2826774"/>
          </a:xfrm>
        </p:spPr>
        <p:txBody>
          <a:bodyPr>
            <a:normAutofit/>
          </a:bodyPr>
          <a:lstStyle/>
          <a:p>
            <a:r>
              <a:rPr lang="en-IN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members</a:t>
            </a:r>
          </a:p>
          <a:p>
            <a:endParaRPr lang="en-IN" sz="9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SIVA SUBRAMANYAN R M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SUJITH KUMAR V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UDHAYAN C H B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VISHNUVARDHAN M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7F974A-B44C-E74A-0174-958FFF75D919}"/>
              </a:ext>
            </a:extLst>
          </p:cNvPr>
          <p:cNvSpPr txBox="1"/>
          <p:nvPr/>
        </p:nvSpPr>
        <p:spPr>
          <a:xfrm>
            <a:off x="1" y="1933754"/>
            <a:ext cx="9143999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Peak-Velocity</a:t>
            </a:r>
          </a:p>
          <a:p>
            <a:pPr algn="ctr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8255"/>
            <a:ext cx="9144000" cy="1325563"/>
          </a:xfrm>
        </p:spPr>
        <p:txBody>
          <a:bodyPr/>
          <a:lstStyle/>
          <a:p>
            <a:pPr algn="ctr"/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8AB61FD-9A34-801F-0F1F-7563C865F03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0" y="1285080"/>
            <a:ext cx="9144000" cy="42878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isolate the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6 kHz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usable signal from a composite analog input containing drift, interference, and noise.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cascaded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KHN Biquad filter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 selective frequency extraction.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enable smooth manual tuning and ensure stable, repeatable signal conditioning validated through FFT analysis.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demonstrate frequency selectivity using cascaded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KHN Biquad filter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stages implemented with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op-amp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and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RC networks.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verify effective suppression of unwanted frequency components and noise through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FFT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analysis for different tuning conditions.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9144000" cy="1343818"/>
          </a:xfrm>
        </p:spPr>
        <p:txBody>
          <a:bodyPr/>
          <a:lstStyle/>
          <a:p>
            <a:pPr algn="ctr"/>
            <a:r>
              <a:rPr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53331"/>
            <a:ext cx="9144000" cy="4351338"/>
          </a:xfrm>
        </p:spPr>
        <p:txBody>
          <a:bodyPr>
            <a:noAutofit/>
          </a:bodyPr>
          <a:lstStyle/>
          <a:p>
            <a:pPr>
              <a:lnSpc>
                <a:spcPct val="17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and simulate a pure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analog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signal-conditioning circuit that extracts and amplifies 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 kHz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usable signal from a composite input containing low-frequency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drift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structured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interference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high-frequency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interference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broadband noise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>
              <a:lnSpc>
                <a:spcPct val="17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circuit must suppress unwanted components, ensure stable output, allow smooth manual tuning during operation, and demonstrate repeatable performance using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transient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FFT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analysis. </a:t>
            </a:r>
            <a:endParaRPr sz="2000" dirty="0"/>
          </a:p>
          <a:p>
            <a:pPr marL="0" indent="0">
              <a:lnSpc>
                <a:spcPct val="170000"/>
              </a:lnSpc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70000"/>
              </a:lnSpc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8255"/>
            <a:ext cx="9144000" cy="1325563"/>
          </a:xfrm>
        </p:spPr>
        <p:txBody>
          <a:bodyPr/>
          <a:lstStyle/>
          <a:p>
            <a:pPr algn="ctr"/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  <a:endParaRPr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53331"/>
            <a:ext cx="9144000" cy="558641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analog signal-conditioning circuit using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cascaded KHN Biquad filter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is designed to extract 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 kHz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usable signal from a composite input. 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high-pass stage suppresses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600 Hz drift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 tunable band-pass filter isolates the desired signal, and a low-pass stage attenuates high-frequency interference.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potentiometer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enables smooth manual tuning for stable, repeatable operation</a:t>
            </a:r>
            <a:r>
              <a:rPr lang="en-US" sz="2000" dirty="0"/>
              <a:t>.</a:t>
            </a:r>
          </a:p>
          <a:p>
            <a:pPr>
              <a:lnSpc>
                <a:spcPct val="150000"/>
              </a:lnSpc>
            </a:pPr>
            <a:endParaRPr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332"/>
            <a:ext cx="9144000" cy="1325563"/>
          </a:xfrm>
        </p:spPr>
        <p:txBody>
          <a:bodyPr/>
          <a:lstStyle/>
          <a:p>
            <a:pPr algn="ctr"/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  <a:endParaRPr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3326AD-BC7E-A8AD-A21D-5E1B555ED30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28650" y="1696227"/>
            <a:ext cx="7886700" cy="3063058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E7D98B8-FFFC-2EDB-1E3C-0B369E518697}"/>
              </a:ext>
            </a:extLst>
          </p:cNvPr>
          <p:cNvSpPr txBox="1"/>
          <p:nvPr/>
        </p:nvSpPr>
        <p:spPr>
          <a:xfrm>
            <a:off x="2369574" y="6282813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8B5C69-45A8-E2A9-70C0-482B3065F517}"/>
              </a:ext>
            </a:extLst>
          </p:cNvPr>
          <p:cNvSpPr txBox="1"/>
          <p:nvPr/>
        </p:nvSpPr>
        <p:spPr>
          <a:xfrm>
            <a:off x="628650" y="5544149"/>
            <a:ext cx="7886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Cascaded KHN Biquad Filter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332"/>
            <a:ext cx="9144000" cy="1325563"/>
          </a:xfrm>
        </p:spPr>
        <p:txBody>
          <a:bodyPr/>
          <a:lstStyle/>
          <a:p>
            <a:pPr algn="ctr"/>
            <a:r>
              <a:rPr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FFT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Signal</a:t>
            </a:r>
          </a:p>
        </p:txBody>
      </p:sp>
      <p:pic>
        <p:nvPicPr>
          <p:cNvPr id="3" name="Picture 2" descr="f3edb350-816e-47d8-b0ab-3583570052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002" y="1687558"/>
            <a:ext cx="7189996" cy="3482884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085854E-1EAA-2908-860A-2AC52EE50A49}"/>
              </a:ext>
            </a:extLst>
          </p:cNvPr>
          <p:cNvSpPr txBox="1"/>
          <p:nvPr/>
        </p:nvSpPr>
        <p:spPr>
          <a:xfrm>
            <a:off x="628650" y="5525567"/>
            <a:ext cx="7886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FFT Analysis of 6khz from Composite Signal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BB4822-88C6-C135-73B1-05EE7FEF4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AA0ED-9B1C-BDA4-FEE2-1D19C354B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332"/>
            <a:ext cx="9144000" cy="1325563"/>
          </a:xfrm>
        </p:spPr>
        <p:txBody>
          <a:bodyPr/>
          <a:lstStyle/>
          <a:p>
            <a:pPr algn="ctr"/>
            <a:r>
              <a:rPr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FFT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0763DDD-86DD-56FF-5AC4-7B8A836ECD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051" y="1687558"/>
            <a:ext cx="7213897" cy="3482883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205004E-D5AD-6D3E-CA6B-7623B6DB790E}"/>
              </a:ext>
            </a:extLst>
          </p:cNvPr>
          <p:cNvSpPr txBox="1"/>
          <p:nvPr/>
        </p:nvSpPr>
        <p:spPr>
          <a:xfrm>
            <a:off x="628650" y="5531104"/>
            <a:ext cx="7886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FFT Analysis of 4khz from Composite Signal</a:t>
            </a:r>
          </a:p>
        </p:txBody>
      </p:sp>
    </p:spTree>
    <p:extLst>
      <p:ext uri="{BB962C8B-B14F-4D97-AF65-F5344CB8AC3E}">
        <p14:creationId xmlns:p14="http://schemas.microsoft.com/office/powerpoint/2010/main" val="37496491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17E81-B0C4-4CE8-E8F6-CCC72225E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05F47-6F98-92D2-8711-31B8206840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332"/>
            <a:ext cx="9144000" cy="1325563"/>
          </a:xfrm>
        </p:spPr>
        <p:txBody>
          <a:bodyPr/>
          <a:lstStyle/>
          <a:p>
            <a:pPr algn="ctr"/>
            <a:r>
              <a:rPr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FFT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85DF43-8070-4A40-90D2-E728DA7AC5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694" y="1687559"/>
            <a:ext cx="7208612" cy="3482882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CB8E3B6-E4A6-DA69-19A1-5196F26A84F4}"/>
              </a:ext>
            </a:extLst>
          </p:cNvPr>
          <p:cNvSpPr txBox="1"/>
          <p:nvPr/>
        </p:nvSpPr>
        <p:spPr>
          <a:xfrm>
            <a:off x="628650" y="5531105"/>
            <a:ext cx="78867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FFT Analysis of 8khz from Composite Signal</a:t>
            </a:r>
          </a:p>
          <a:p>
            <a:pPr algn="ctr"/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77782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325563"/>
          </a:xfrm>
        </p:spPr>
        <p:txBody>
          <a:bodyPr/>
          <a:lstStyle/>
          <a:p>
            <a:pPr algn="ctr"/>
            <a:r>
              <a:rPr lang="en-I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325563"/>
            <a:ext cx="9144000" cy="4351338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Cascaded KHN Biquad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filters effectively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isolate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 kHz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usable signal from the composite input. FFT analysis shows strong attenuation of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600 Hz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drift,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 kHz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square interference, and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55 kHz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noise.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158</TotalTime>
  <Words>319</Words>
  <Application>Microsoft Office PowerPoint</Application>
  <PresentationFormat>On-screen Show (4:3)</PresentationFormat>
  <Paragraphs>34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Times New Roman</vt:lpstr>
      <vt:lpstr>Office Theme</vt:lpstr>
      <vt:lpstr>Frequency Isolation Using Cascaded KHN Biquad Filter </vt:lpstr>
      <vt:lpstr>Abstract</vt:lpstr>
      <vt:lpstr>Problem Statement</vt:lpstr>
      <vt:lpstr>Proposed Solution</vt:lpstr>
      <vt:lpstr>System Architecture</vt:lpstr>
      <vt:lpstr>FFT Analysis of Output Signal</vt:lpstr>
      <vt:lpstr>FFT Analysis of Output Signal</vt:lpstr>
      <vt:lpstr>FFT Analysis of Output Signal</vt:lpstr>
      <vt:lpstr>Results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Unknown !</dc:creator>
  <cp:keywords/>
  <dc:description>generated using python-pptx</dc:description>
  <cp:lastModifiedBy>Unknown !</cp:lastModifiedBy>
  <cp:revision>4</cp:revision>
  <dcterms:created xsi:type="dcterms:W3CDTF">2013-01-27T09:14:16Z</dcterms:created>
  <dcterms:modified xsi:type="dcterms:W3CDTF">2026-03-06T00:17:52Z</dcterms:modified>
  <cp:category/>
</cp:coreProperties>
</file>